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Databricks: Pipelines, Job Queues, APIs &amp; Compute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050085" cy="2606040"/>
          </a:xfrm>
          <a:prstGeom prst="rect">
            <a:avLst/>
          </a:prstGeom>
          <a:solidFill>
            <a:srgbClr val="EEF4EF"/>
          </a:solidFill>
          <a:ln/>
        </p:spPr>
      </p:sp>
      <p:sp>
        <p:nvSpPr>
          <p:cNvPr id="5" name="Shape 3"/>
          <p:cNvSpPr/>
          <p:nvPr/>
        </p:nvSpPr>
        <p:spPr>
          <a:xfrm>
            <a:off x="1185062" y="2103120"/>
            <a:ext cx="594360" cy="59436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1185062" y="2103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2880360"/>
            <a:ext cx="177576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168432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Live Tables move raw data through Bronze, Silver, and Gold layers.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63317" y="1783080"/>
            <a:ext cx="2050085" cy="2606040"/>
          </a:xfrm>
          <a:prstGeom prst="rect">
            <a:avLst/>
          </a:prstGeom>
          <a:solidFill>
            <a:srgbClr val="EEF4EF"/>
          </a:solidFill>
          <a:ln/>
        </p:spPr>
      </p:sp>
      <p:sp>
        <p:nvSpPr>
          <p:cNvPr id="10" name="Shape 8"/>
          <p:cNvSpPr/>
          <p:nvPr/>
        </p:nvSpPr>
        <p:spPr>
          <a:xfrm>
            <a:off x="3491179" y="2103120"/>
            <a:ext cx="594360" cy="59436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3491179" y="2103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00477" y="2880360"/>
            <a:ext cx="177576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Queues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46197" y="3337560"/>
            <a:ext cx="168432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and triggered jobs run as DAGs; queued runs wait for free compute.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69434" y="1783080"/>
            <a:ext cx="2050085" cy="2606040"/>
          </a:xfrm>
          <a:prstGeom prst="rect">
            <a:avLst/>
          </a:prstGeom>
          <a:solidFill>
            <a:srgbClr val="EEF4EF"/>
          </a:solidFill>
          <a:ln/>
        </p:spPr>
      </p:sp>
      <p:sp>
        <p:nvSpPr>
          <p:cNvPr id="15" name="Shape 13"/>
          <p:cNvSpPr/>
          <p:nvPr/>
        </p:nvSpPr>
        <p:spPr>
          <a:xfrm>
            <a:off x="5797296" y="2103120"/>
            <a:ext cx="594360" cy="59436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6" name="Text 14"/>
          <p:cNvSpPr/>
          <p:nvPr/>
        </p:nvSpPr>
        <p:spPr>
          <a:xfrm>
            <a:off x="5797296" y="2103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06594" y="2880360"/>
            <a:ext cx="177576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52314" y="3337560"/>
            <a:ext cx="168432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Jobs, Clusters, and SQL APIs let external tools drive Databricks end to end.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75550" y="1783080"/>
            <a:ext cx="2050085" cy="2606040"/>
          </a:xfrm>
          <a:prstGeom prst="rect">
            <a:avLst/>
          </a:prstGeom>
          <a:solidFill>
            <a:srgbClr val="EEF4EF"/>
          </a:solidFill>
          <a:ln/>
        </p:spPr>
      </p:sp>
      <p:sp>
        <p:nvSpPr>
          <p:cNvPr id="20" name="Shape 18"/>
          <p:cNvSpPr/>
          <p:nvPr/>
        </p:nvSpPr>
        <p:spPr>
          <a:xfrm>
            <a:off x="8103413" y="2103120"/>
            <a:ext cx="594360" cy="59436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1" name="Text 19"/>
          <p:cNvSpPr/>
          <p:nvPr/>
        </p:nvSpPr>
        <p:spPr>
          <a:xfrm>
            <a:off x="8103413" y="2103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512710" y="2880360"/>
            <a:ext cx="177576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58430" y="3337560"/>
            <a:ext cx="168432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Parquet and Delta files in cloud storage, decoupled from compute.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81667" y="1783080"/>
            <a:ext cx="2050085" cy="2606040"/>
          </a:xfrm>
          <a:prstGeom prst="rect">
            <a:avLst/>
          </a:prstGeom>
          <a:solidFill>
            <a:srgbClr val="EEF4E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409530" y="2103120"/>
            <a:ext cx="594360" cy="59436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6" name="Text 24"/>
          <p:cNvSpPr/>
          <p:nvPr/>
        </p:nvSpPr>
        <p:spPr>
          <a:xfrm>
            <a:off x="10409530" y="2103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818827" y="2880360"/>
            <a:ext cx="177576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864547" y="3337560"/>
            <a:ext cx="168432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All-purpose, job, and serverless clusters scale independently of storage.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988552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Cognida.AI | 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2026-08-10T20:07:26Z</dcterms:created>
  <dcterms:modified xsi:type="dcterms:W3CDTF">2026-08-10T20:07:26Z</dcterms:modified>
</cp:coreProperties>
</file>